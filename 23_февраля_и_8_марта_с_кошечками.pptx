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</p:sldMasterIdLst>
  <p:sldIdLst>
    <p:sldId id="256" r:id="rId23"/>
    <p:sldId id="257" r:id="rId24"/>
    <p:sldId id="258" r:id="rId25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presProps" Target="presProps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ffffff"/>
                </a:solidFill>
                <a:uFillTx/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00425211499"/>
          <c:y val="0.90452461630456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55904480"/>
        <c:axId val="19743401"/>
      </c:barChart>
      <c:catAx>
        <c:axId val="55904480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ffffff"/>
                </a:solidFill>
                <a:uFillTx/>
                <a:latin typeface="Calibri"/>
              </a:defRPr>
            </a:pPr>
          </a:p>
        </c:txPr>
        <c:crossAx val="19743401"/>
        <c:crosses val="autoZero"/>
        <c:auto val="1"/>
        <c:lblAlgn val="ctr"/>
        <c:lblOffset val="100"/>
        <c:noMultiLvlLbl val="0"/>
      </c:catAx>
      <c:valAx>
        <c:axId val="1974340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5590448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35082254"/>
        <c:axId val="99039635"/>
      </c:barChart>
      <c:catAx>
        <c:axId val="35082254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99039635"/>
        <c:crosses val="autoZero"/>
        <c:auto val="1"/>
        <c:lblAlgn val="ctr"/>
        <c:lblOffset val="100"/>
        <c:noMultiLvlLbl val="0"/>
      </c:catAx>
      <c:valAx>
        <c:axId val="9903963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3508225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40153606"/>
        <c:axId val="84785331"/>
      </c:barChart>
      <c:catAx>
        <c:axId val="40153606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84785331"/>
        <c:crosses val="autoZero"/>
        <c:auto val="1"/>
        <c:lblAlgn val="ctr"/>
        <c:lblOffset val="100"/>
        <c:noMultiLvlLbl val="0"/>
      </c:catAx>
      <c:valAx>
        <c:axId val="8478533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4015360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7AACB3-834F-46CA-8F48-B76F86F74D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AA8513-4075-43D9-8713-9B19AD751E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3B1265-ED09-4620-A871-0EA68A19FF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FBA43E-6EA3-43E1-94E9-DC6AA27E26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839DE32-55A1-4030-80AB-AE03301B4F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0A25660-6D18-4BB7-BC8A-24DA232793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C504F24-6A3E-4EF3-A583-1AD5FBA4BE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92FBD8C-EE61-4943-B1E4-F8ED619626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70147A0-D20B-4A70-8BE2-433433C969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4EE60D1-A211-49CC-8099-35D689456A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FCD33FE-7994-4858-B9D0-9234D3240E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65F4D63-8C93-4E81-91F1-A819B70FC2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F94DB2A-8943-4C35-AC35-6B53D6C56B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53E14B4-8B8E-4E33-AEFD-91CD1DE0D6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428801F-17B3-4615-B6F4-A181AA432B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755C2928-A6E2-4E7C-9346-F1CA1DBB43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835AF95-B8BE-4480-97A3-F807D2E953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0D0D224-27ED-4DD4-8764-1F32179015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DA4C7E58-46CD-487C-B825-3A1E34C6D8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BE9CEFF3-CF08-43F6-88E1-8B5BF67687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5060A4BE-F004-4389-8AF6-8B849F2FF5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2094A4BC-0B35-4C57-AD41-24FD72B9C3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189BEFD-2F0C-4851-94E1-A857975FFB8D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ADDB61F-AE8D-4C27-9D65-EB093DA3C772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  <p:sldLayoutId id="2147483652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64C321D-71AF-48FF-93A1-701ED7A32F8E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7969467-A7E1-47BF-B9E8-67EDED08F846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AE6BC34-AF57-49BF-A761-C1C73C0B71B3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133CDDC-35AA-4A1B-8739-C6843A3FF3EE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988D69F-A97E-43ED-91AA-E1FAA11B3D2C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377C268-C0EA-4AAD-96E6-4D98FE0CF6EA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937E540-10BC-4F33-BBFB-217B090E3689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B10F6D0-F164-4F0C-8F5C-E9B7D5871E40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4658421-838E-487B-8F60-566718BB75C1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C37A552-A1CD-4842-8FAB-D37087D774B6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6B1834B-6551-4DAA-B146-5F768E897993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2661489-2CAD-4A49-9549-1130208AEEF0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C00DD6C-453A-4311-9609-E138A98FB286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9B3997E-E63F-4E3E-B398-3B0F010E83FF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287DB41-4668-4B1E-A7A0-F4687CE0DD59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Диаграмма 8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F0AFCBC-1551-4126-9A5A-58626FA5E611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Диаграмма 7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1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D1C7648-8550-4E75-90A3-2445475734B2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Диаграмма 10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9B06FC1-D676-4553-B0D9-E53A69607B73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Диаграмма 11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20FAD59-29F4-4282-A921-7370E32FADFE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168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34185"/>
                </a:solidFill>
                <a:latin typeface="Montserrat"/>
              </a:defRPr>
            </a:pPr>
            <a:r>
              <a:t>23 Февраля и 8 Марта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34185"/>
                </a:solidFill>
                <a:latin typeface="Montserrat"/>
              </a:defRPr>
            </a:pPr>
            <a:r>
              <a:t>Праздники защитников и прекрасных дам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5029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69B4"/>
                </a:solidFill>
                <a:latin typeface="Montserrat"/>
              </a:defRPr>
            </a:pPr>
            <a:r>
              <a:t>🐱 =^..^=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3280" cy="87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uFillTx/>
                <a:latin typeface="Times New Roman"/>
              </a:rPr>
              <a:t>Спасибо за внимание!</a:t>
            </a:r>
            <a:endParaRPr b="0" lang="ru-RU" sz="6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3280" cy="23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Наши контакты: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117105, г. Москва, Варшавское шоссе, д. 16А   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тел.: 8 (499)418-00-02   e-mail: mkramn@inbox.ru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imes New Roman"/>
              </a:rPr>
              <a:t>www.mkramn.ru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9B4"/>
                </a:solidFill>
                <a:latin typeface="Montserrat"/>
              </a:defRPr>
            </a:pPr>
            <a:r>
              <a:t>8 Марта — Международный женский день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История праздника:</a:t>
            </a:r>
            <a:br/>
            <a:r>
              <a:t>• Учрежден в 1910 году на Международной конференции женщин</a:t>
            </a:r>
            <a:br/>
            <a:r>
              <a:t>• Отмечается во многих странах мира</a:t>
            </a:r>
            <a:br/>
            <a:r>
              <a:t>• Символ весны, красоты и женственности</a:t>
            </a:r>
            <a:br/>
            <a:br/>
            <a:r>
              <a:t>Традиции:</a:t>
            </a:r>
            <a:br/>
            <a:r>
              <a:t>• Поздравление женщин и девушек</a:t>
            </a:r>
            <a:br/>
            <a:r>
              <a:t>• Подарки: цветы, конфеты, открытки</a:t>
            </a:r>
            <a:br/>
            <a:r>
              <a:t>• Пожелания здоровья, счастья и любви</a:t>
            </a:r>
            <a:br/>
            <a:br/>
            <a:r>
              <a:t>🌷 🌸 💐 🌹 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486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latin typeface="Montserrat"/>
              </a:defRPr>
            </a:pPr>
            <a:r>
              <a:t>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C143C"/>
                </a:solidFill>
                <a:latin typeface="Montserrat"/>
              </a:defRPr>
            </a:pPr>
            <a:r>
              <a:t>23 Февраля — История праздника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День защитника Отечества:</a:t>
            </a:r>
            <a:br/>
            <a:r>
              <a:t>• Отмечается с 1918 года</a:t>
            </a:r>
            <a:br/>
            <a:r>
              <a:t>• Изначально — День Красной Армии</a:t>
            </a:r>
            <a:br/>
            <a:r>
              <a:t>• С 2002 года — государственный праздник</a:t>
            </a:r>
            <a:br/>
            <a:br/>
            <a:r>
              <a:t>Значение:</a:t>
            </a:r>
            <a:br/>
            <a:r>
              <a:t>• Чествование военнослужащих и ветеранов</a:t>
            </a:r>
            <a:br/>
            <a:r>
              <a:t>• Символ мужества и патриотизма</a:t>
            </a:r>
            <a:br/>
            <a:r>
              <a:t>• День всех защитников России</a:t>
            </a:r>
            <a:br/>
            <a:br/>
            <a:r>
              <a:t>⭐ 🎖️ 🇷🇺 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486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latin typeface="Montserrat"/>
              </a:defRPr>
            </a:pPr>
            <a:r>
              <a:t>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C143C"/>
                </a:solidFill>
                <a:latin typeface="Montserrat"/>
              </a:defRPr>
            </a:pPr>
            <a:r>
              <a:t>23 Февраля — Традиции празднования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Как отмечают:</a:t>
            </a:r>
            <a:br/>
            <a:r>
              <a:t>• Поздравление мужчин и мальчиков</a:t>
            </a:r>
            <a:br/>
            <a:r>
              <a:t>• Вручение подарков и открыток</a:t>
            </a:r>
            <a:br/>
            <a:r>
              <a:t>• Торжественные мероприятия</a:t>
            </a:r>
            <a:br/>
            <a:r>
              <a:t>• Возложение цветов к памятникам</a:t>
            </a:r>
            <a:br/>
            <a:br/>
            <a:r>
              <a:t>Популярные подарки:</a:t>
            </a:r>
            <a:br/>
            <a:r>
              <a:t>• Носки, бритвы, инструменты</a:t>
            </a:r>
            <a:br/>
            <a:r>
              <a:t>• Сувениры с военной тематикой</a:t>
            </a:r>
            <a:br/>
            <a:r>
              <a:t>• Вкусный ужин или праздничный стол</a:t>
            </a:r>
            <a:br/>
            <a:br/>
            <a:r>
              <a:t>🎁 🎉 🥳 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486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latin typeface="Montserrat"/>
              </a:defRPr>
            </a:pPr>
            <a:r>
              <a:t>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C143C"/>
                </a:solidFill>
                <a:latin typeface="Montserrat"/>
              </a:defRPr>
            </a:pPr>
            <a:r>
              <a:t>23 Февраля — Военные профессии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Кого поздравляют:</a:t>
            </a:r>
            <a:br/>
            <a:r>
              <a:t>• Военнослужащих всех родов войск</a:t>
            </a:r>
            <a:br/>
            <a:r>
              <a:t>• Ветеранов Великой Отечественной войны</a:t>
            </a:r>
            <a:br/>
            <a:r>
              <a:t>• Сотрудников силовых структур</a:t>
            </a:r>
            <a:br/>
            <a:r>
              <a:t>• Всех мужчин как защитников</a:t>
            </a:r>
            <a:br/>
            <a:br/>
            <a:r>
              <a:t>Рода войск:</a:t>
            </a:r>
            <a:br/>
            <a:r>
              <a:t>• Сухопутные войска</a:t>
            </a:r>
            <a:br/>
            <a:r>
              <a:t>• Военно-воздушные силы</a:t>
            </a:r>
            <a:br/>
            <a:r>
              <a:t>• Военно-морской флот</a:t>
            </a:r>
            <a:br/>
            <a:r>
              <a:t>• Ракетные войска</a:t>
            </a:r>
            <a:br/>
            <a:br/>
            <a:r>
              <a:t>⚔️ 🛡️ 🪖 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486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latin typeface="Montserrat"/>
              </a:defRPr>
            </a:pPr>
            <a:r>
              <a:t>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C143C"/>
                </a:solidFill>
                <a:latin typeface="Montserrat"/>
              </a:defRPr>
            </a:pPr>
            <a:r>
              <a:t>23 Февраля — Герои России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Защитники Отечества:</a:t>
            </a:r>
            <a:br/>
            <a:r>
              <a:t>• Александр Невский</a:t>
            </a:r>
            <a:br/>
            <a:r>
              <a:t>• Дмитрий Донской</a:t>
            </a:r>
            <a:br/>
            <a:r>
              <a:t>• Александр Суворов</a:t>
            </a:r>
            <a:br/>
            <a:r>
              <a:t>• Михаил Кутузов</a:t>
            </a:r>
            <a:br/>
            <a:r>
              <a:t>• Георгий Жуков</a:t>
            </a:r>
            <a:br/>
            <a:br/>
            <a:r>
              <a:t>Современные герои:</a:t>
            </a:r>
            <a:br/>
            <a:r>
              <a:t>• Воины-интернационалисты</a:t>
            </a:r>
            <a:br/>
            <a:r>
              <a:t>• Участники специальных операций</a:t>
            </a:r>
            <a:br/>
            <a:r>
              <a:t>• Все, кто защищает страну</a:t>
            </a:r>
            <a:br/>
            <a:br/>
            <a:r>
              <a:t>🏅 🎖️ 🦅 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486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latin typeface="Montserrat"/>
              </a:defRPr>
            </a:pPr>
            <a:r>
              <a:t>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C143C"/>
                </a:solidFill>
                <a:latin typeface="Montserrat"/>
              </a:defRPr>
            </a:pPr>
            <a:r>
              <a:t>23 Февраля — Армейский юмор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Армейские будни:</a:t>
            </a:r>
            <a:br/>
            <a:r>
              <a:t>• «Подъем!» — в 6:00</a:t>
            </a:r>
            <a:br/>
            <a:r>
              <a:t>• «Отбой!» — в 22:00</a:t>
            </a:r>
            <a:br/>
            <a:r>
              <a:t>• Каша — наше всё</a:t>
            </a:r>
            <a:br/>
            <a:r>
              <a:t>• Дембель — всегда красив</a:t>
            </a:r>
            <a:br/>
            <a:br/>
            <a:r>
              <a:t>Армейская мудрость:</a:t>
            </a:r>
            <a:br/>
            <a:r>
              <a:t>• «Кто не служил, тот не был мужчиной»</a:t>
            </a:r>
            <a:br/>
            <a:r>
              <a:t>• «Тяжело в учении — легко в бою»</a:t>
            </a:r>
            <a:br/>
            <a:r>
              <a:t>• «Служба — школа жизни»</a:t>
            </a:r>
            <a:br/>
            <a:br/>
            <a:r>
              <a:t>😄 🎪 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486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latin typeface="Montserrat"/>
              </a:defRPr>
            </a:pPr>
            <a:r>
              <a:t>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C143C"/>
                </a:solidFill>
                <a:latin typeface="Montserrat"/>
              </a:defRPr>
            </a:pPr>
            <a:r>
              <a:t>23 Февраля — Идеи подарков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Классические подарки:</a:t>
            </a:r>
            <a:br/>
            <a:r>
              <a:t>• Носки и белье</a:t>
            </a:r>
            <a:br/>
            <a:r>
              <a:t>• Бритвенные принадлежности</a:t>
            </a:r>
            <a:br/>
            <a:r>
              <a:t>• Парфюм</a:t>
            </a:r>
            <a:br/>
            <a:br/>
            <a:r>
              <a:t>Оригинальные идеи:</a:t>
            </a:r>
            <a:br/>
            <a:r>
              <a:t>• Инструменты для дома</a:t>
            </a:r>
            <a:br/>
            <a:r>
              <a:t>• Гаджеты и электроника</a:t>
            </a:r>
            <a:br/>
            <a:r>
              <a:t>• Книги о военной истории</a:t>
            </a:r>
            <a:br/>
            <a:r>
              <a:t>• Сертификаты на впечатления</a:t>
            </a:r>
            <a:br/>
            <a:br/>
            <a:r>
              <a:t>Главное — внимание и забота!</a:t>
            </a:r>
            <a:br/>
            <a:r>
              <a:t>🎁 🎀 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486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latin typeface="Montserrat"/>
              </a:defRPr>
            </a:pPr>
            <a:r>
              <a:t>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C143C"/>
                </a:solidFill>
                <a:latin typeface="Montserrat"/>
              </a:defRPr>
            </a:pPr>
            <a:r>
              <a:t>23 Февраля — Поздравления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Тексты поздравлений:</a:t>
            </a:r>
            <a:br/>
            <a:r>
              <a:t>• «С Днем защитника Отечества!»</a:t>
            </a:r>
            <a:br/>
            <a:r>
              <a:t>• «Желаем мужества и силы!»</a:t>
            </a:r>
            <a:br/>
            <a:r>
              <a:t>• «Мирного неба над головой!»</a:t>
            </a:r>
            <a:br/>
            <a:r>
              <a:t>• «Здоровья, удачи, благополучия!»</a:t>
            </a:r>
            <a:br/>
            <a:br/>
            <a:r>
              <a:t>Стихи и открытки:</a:t>
            </a:r>
            <a:br/>
            <a:r>
              <a:t>• Трогательные слова</a:t>
            </a:r>
            <a:br/>
            <a:r>
              <a:t>• Военная тематика</a:t>
            </a:r>
            <a:br/>
            <a:r>
              <a:t>• Личные пожелания</a:t>
            </a:r>
            <a:br/>
            <a:br/>
            <a:r>
              <a:t>💌 📝 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486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latin typeface="Montserrat"/>
              </a:defRPr>
            </a:pPr>
            <a:r>
              <a:t>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C143C"/>
                </a:solidFill>
                <a:latin typeface="Montserrat"/>
              </a:defRPr>
            </a:pPr>
            <a:r>
              <a:t>23 Февраля — 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Значение праздника:</a:t>
            </a:r>
            <a:br/>
            <a:r>
              <a:t>• День памяти и благодарности</a:t>
            </a:r>
            <a:br/>
            <a:r>
              <a:t>• Символ патриотизма и мужества</a:t>
            </a:r>
            <a:br/>
            <a:r>
              <a:t>• Единство поколений защитников</a:t>
            </a:r>
            <a:br/>
            <a:br/>
            <a:r>
              <a:t>Важно помнить:</a:t>
            </a:r>
            <a:br/>
            <a:r>
              <a:t>• О подвигах предков</a:t>
            </a:r>
            <a:br/>
            <a:r>
              <a:t>• О ценности мира</a:t>
            </a:r>
            <a:br/>
            <a:r>
              <a:t>• О важности защиты Родины</a:t>
            </a:r>
            <a:br/>
            <a:br/>
            <a:r>
              <a:t>С праздником, дорогие защитники!</a:t>
            </a:r>
            <a:br/>
            <a:r>
              <a:t>🇷🇺 🎖️ 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486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latin typeface="Montserrat"/>
              </a:defRPr>
            </a:pPr>
            <a:r>
              <a:t>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LibreOffice/24.8.4.2$Linux_X86_64 LibreOffice_project/480$Build-2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2025-09-13T16:43:55Z</dcterms:modified>
  <cp:revision>52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